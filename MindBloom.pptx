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D431B4-84BB-4839-ACD8-25930EA7598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B296BB8-303A-4929-ABEE-3044E0A3D3D4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IN" sz="14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Authentication</a:t>
          </a:r>
        </a:p>
        <a:p>
          <a:pPr algn="ctr">
            <a:buFont typeface="Arial" panose="020B0604020202020204" pitchFamily="34" charset="0"/>
            <a:buChar char="•"/>
          </a:pPr>
          <a:endParaRPr lang="en-IN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Username and password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User account management</a:t>
          </a:r>
        </a:p>
      </dgm:t>
    </dgm:pt>
    <dgm:pt modelId="{92D87FC8-39ED-45A9-9A61-6E99F80E702B}" type="parTrans" cxnId="{B335E611-FCB5-4F9F-A95F-C07547FF16B1}">
      <dgm:prSet/>
      <dgm:spPr/>
      <dgm:t>
        <a:bodyPr/>
        <a:lstStyle/>
        <a:p>
          <a:endParaRPr lang="en-IN"/>
        </a:p>
      </dgm:t>
    </dgm:pt>
    <dgm:pt modelId="{EB029572-5E2B-4DCD-B612-CCA99D8F5CB7}" type="sibTrans" cxnId="{B335E611-FCB5-4F9F-A95F-C07547FF16B1}">
      <dgm:prSet/>
      <dgm:spPr/>
      <dgm:t>
        <a:bodyPr/>
        <a:lstStyle/>
        <a:p>
          <a:endParaRPr lang="en-IN"/>
        </a:p>
      </dgm:t>
    </dgm:pt>
    <dgm:pt modelId="{A099FA6F-841C-4848-AC6B-5D7EACE6E4C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Dashboard</a:t>
          </a:r>
        </a:p>
        <a:p>
          <a:pPr>
            <a:buFont typeface="Arial" panose="020B0604020202020204" pitchFamily="34" charset="0"/>
            <a:buChar char="•"/>
          </a:pPr>
          <a:endParaRPr lang="en-IN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Daily insight</a:t>
          </a:r>
        </a:p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Weather information</a:t>
          </a:r>
        </a:p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Notifications</a:t>
          </a:r>
        </a:p>
      </dgm:t>
    </dgm:pt>
    <dgm:pt modelId="{A3B2161B-B2C0-4F01-81F8-350DA79E85C9}" type="parTrans" cxnId="{BB298116-11D8-494B-8285-E966AC8E65AB}">
      <dgm:prSet/>
      <dgm:spPr/>
      <dgm:t>
        <a:bodyPr/>
        <a:lstStyle/>
        <a:p>
          <a:endParaRPr lang="en-IN"/>
        </a:p>
      </dgm:t>
    </dgm:pt>
    <dgm:pt modelId="{96BD63FB-E4DE-4D62-BF82-E8C83D96366C}" type="sibTrans" cxnId="{BB298116-11D8-494B-8285-E966AC8E65AB}">
      <dgm:prSet/>
      <dgm:spPr/>
      <dgm:t>
        <a:bodyPr/>
        <a:lstStyle/>
        <a:p>
          <a:endParaRPr lang="en-IN"/>
        </a:p>
      </dgm:t>
    </dgm:pt>
    <dgm:pt modelId="{B443C82B-11CE-4722-8FF4-514500FDBDC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Chat Companion — LIVE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Warm Companion persona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Calming Doctor persona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Male / female selection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Google Gemini API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Streaming responses</a:t>
          </a:r>
        </a:p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Crisis-keyword detection</a:t>
          </a:r>
        </a:p>
      </dgm:t>
    </dgm:pt>
    <dgm:pt modelId="{F0D18D5E-5FFF-43CA-A357-C763644AD28D}" type="parTrans" cxnId="{837396D1-B45A-4F56-A74D-5BF7B66C6795}">
      <dgm:prSet/>
      <dgm:spPr/>
      <dgm:t>
        <a:bodyPr/>
        <a:lstStyle/>
        <a:p>
          <a:endParaRPr lang="en-IN"/>
        </a:p>
      </dgm:t>
    </dgm:pt>
    <dgm:pt modelId="{4406FB2B-A1A4-4E23-8B3B-64044A274184}" type="sibTrans" cxnId="{837396D1-B45A-4F56-A74D-5BF7B66C6795}">
      <dgm:prSet/>
      <dgm:spPr/>
      <dgm:t>
        <a:bodyPr/>
        <a:lstStyle/>
        <a:p>
          <a:endParaRPr lang="en-IN"/>
        </a:p>
      </dgm:t>
    </dgm:pt>
    <dgm:pt modelId="{BAE81AA2-ACA0-4389-84BA-18CD5EC143B2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Assessment</a:t>
          </a:r>
        </a:p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Full PHQ-9 and GAD-7</a:t>
          </a:r>
        </a:p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KNN-based scoring</a:t>
          </a:r>
        </a:p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Daily Check-in with 4 quick questions</a:t>
          </a:r>
        </a:p>
      </dgm:t>
    </dgm:pt>
    <dgm:pt modelId="{AC3DD617-AB93-4C9B-9288-656283F7E549}" type="parTrans" cxnId="{3BE23A17-4789-4F0C-A3C9-4E07D28C1C9B}">
      <dgm:prSet/>
      <dgm:spPr/>
      <dgm:t>
        <a:bodyPr/>
        <a:lstStyle/>
        <a:p>
          <a:endParaRPr lang="en-IN"/>
        </a:p>
      </dgm:t>
    </dgm:pt>
    <dgm:pt modelId="{47A2CD64-5BA2-48AA-BBF5-642A24600B0F}" type="sibTrans" cxnId="{3BE23A17-4789-4F0C-A3C9-4E07D28C1C9B}">
      <dgm:prSet/>
      <dgm:spPr/>
      <dgm:t>
        <a:bodyPr/>
        <a:lstStyle/>
        <a:p>
          <a:endParaRPr lang="en-IN"/>
        </a:p>
      </dgm:t>
    </dgm:pt>
    <dgm:pt modelId="{04D715CB-619B-450A-A9B5-1D1B5CC34A1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Video Companion - PLANNED</a:t>
          </a:r>
        </a:p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Guided visual wellness sessions</a:t>
          </a:r>
        </a:p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Future interactive support features</a:t>
          </a:r>
        </a:p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Currently under development</a:t>
          </a:r>
        </a:p>
      </dgm:t>
    </dgm:pt>
    <dgm:pt modelId="{83AC1783-0B81-4011-8ED8-458B0B42D8BE}" type="parTrans" cxnId="{30DB75E3-8A98-4F71-A6AE-25BF50F8417F}">
      <dgm:prSet/>
      <dgm:spPr/>
      <dgm:t>
        <a:bodyPr/>
        <a:lstStyle/>
        <a:p>
          <a:endParaRPr lang="en-IN"/>
        </a:p>
      </dgm:t>
    </dgm:pt>
    <dgm:pt modelId="{09FAA099-E882-4D11-BA38-F41B0355EAD3}" type="sibTrans" cxnId="{30DB75E3-8A98-4F71-A6AE-25BF50F8417F}">
      <dgm:prSet/>
      <dgm:spPr/>
      <dgm:t>
        <a:bodyPr/>
        <a:lstStyle/>
        <a:p>
          <a:endParaRPr lang="en-IN"/>
        </a:p>
      </dgm:t>
    </dgm:pt>
    <dgm:pt modelId="{224BABF2-6DCE-49CE-9662-C68BF3263CE2}">
      <dgm:prSet custT="1"/>
      <dgm:spPr/>
      <dgm:t>
        <a:bodyPr/>
        <a:lstStyle/>
        <a:p>
          <a:pPr>
            <a:buNone/>
          </a:pPr>
          <a:r>
            <a:rPr lang="en-IN" sz="11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Journal</a:t>
          </a:r>
        </a:p>
      </dgm:t>
    </dgm:pt>
    <dgm:pt modelId="{461791F1-040C-49F9-B4E0-8D612A39A71A}" type="parTrans" cxnId="{5327A347-5FE8-497D-8200-54F137BD2892}">
      <dgm:prSet/>
      <dgm:spPr/>
      <dgm:t>
        <a:bodyPr/>
        <a:lstStyle/>
        <a:p>
          <a:endParaRPr lang="en-IN"/>
        </a:p>
      </dgm:t>
    </dgm:pt>
    <dgm:pt modelId="{793E64AB-7382-4D56-9107-9E0C348318E3}" type="sibTrans" cxnId="{5327A347-5FE8-497D-8200-54F137BD2892}">
      <dgm:prSet/>
      <dgm:spPr/>
      <dgm:t>
        <a:bodyPr/>
        <a:lstStyle/>
        <a:p>
          <a:endParaRPr lang="en-IN"/>
        </a:p>
      </dgm:t>
    </dgm:pt>
    <dgm:pt modelId="{7BA26F3A-BCA6-42DB-AF87-7B419B75BC7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Day-wise journal entries</a:t>
          </a:r>
        </a:p>
      </dgm:t>
    </dgm:pt>
    <dgm:pt modelId="{E260046B-D241-4517-AC11-83D323240365}" type="parTrans" cxnId="{E998E954-085F-42AE-83BD-E25C7EDC6525}">
      <dgm:prSet/>
      <dgm:spPr/>
      <dgm:t>
        <a:bodyPr/>
        <a:lstStyle/>
        <a:p>
          <a:endParaRPr lang="en-IN"/>
        </a:p>
      </dgm:t>
    </dgm:pt>
    <dgm:pt modelId="{2A553B84-2070-4CC0-B267-7E1E869618F5}" type="sibTrans" cxnId="{E998E954-085F-42AE-83BD-E25C7EDC6525}">
      <dgm:prSet/>
      <dgm:spPr/>
      <dgm:t>
        <a:bodyPr/>
        <a:lstStyle/>
        <a:p>
          <a:endParaRPr lang="en-IN"/>
        </a:p>
      </dgm:t>
    </dgm:pt>
    <dgm:pt modelId="{93F8DFEA-3912-455B-9BFE-65091A84683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>
              <a:latin typeface="Times New Roman" panose="02020603050405020304" pitchFamily="18" charset="0"/>
              <a:cs typeface="Times New Roman" panose="02020603050405020304" pitchFamily="18" charset="0"/>
            </a:rPr>
            <a:t>Text, photo, video and audio</a:t>
          </a:r>
        </a:p>
      </dgm:t>
    </dgm:pt>
    <dgm:pt modelId="{2DA32F86-A3D4-47C7-B43C-71F98233F6E7}" type="parTrans" cxnId="{40EA2609-3BCB-42AF-BD7D-BD8A3EDD5799}">
      <dgm:prSet/>
      <dgm:spPr/>
      <dgm:t>
        <a:bodyPr/>
        <a:lstStyle/>
        <a:p>
          <a:endParaRPr lang="en-IN"/>
        </a:p>
      </dgm:t>
    </dgm:pt>
    <dgm:pt modelId="{7513AC62-F078-49EE-8010-E3DACDEFE957}" type="sibTrans" cxnId="{40EA2609-3BCB-42AF-BD7D-BD8A3EDD5799}">
      <dgm:prSet/>
      <dgm:spPr/>
      <dgm:t>
        <a:bodyPr/>
        <a:lstStyle/>
        <a:p>
          <a:endParaRPr lang="en-IN"/>
        </a:p>
      </dgm:t>
    </dgm:pt>
    <dgm:pt modelId="{D7037B55-C15A-4758-8BBB-1AFA247CE42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Live audio recording</a:t>
          </a:r>
        </a:p>
      </dgm:t>
    </dgm:pt>
    <dgm:pt modelId="{203EAFE9-ED1D-499B-9F14-9764415E1BC5}" type="parTrans" cxnId="{21C1BC31-28D3-425C-ABE5-7054B23A66AA}">
      <dgm:prSet/>
      <dgm:spPr/>
      <dgm:t>
        <a:bodyPr/>
        <a:lstStyle/>
        <a:p>
          <a:endParaRPr lang="en-IN"/>
        </a:p>
      </dgm:t>
    </dgm:pt>
    <dgm:pt modelId="{60FB6F5A-E6F0-4F5D-8A2B-59634EB76BE3}" type="sibTrans" cxnId="{21C1BC31-28D3-425C-ABE5-7054B23A66AA}">
      <dgm:prSet/>
      <dgm:spPr/>
      <dgm:t>
        <a:bodyPr/>
        <a:lstStyle/>
        <a:p>
          <a:endParaRPr lang="en-IN"/>
        </a:p>
      </dgm:t>
    </dgm:pt>
    <dgm:pt modelId="{C777FCE5-72B9-4347-BF38-A0FB10AD2EB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Mood Checker</a:t>
          </a:r>
        </a:p>
      </dgm:t>
    </dgm:pt>
    <dgm:pt modelId="{CDAF7F20-C548-4456-B572-28FC132876F2}" type="parTrans" cxnId="{CFEC648C-3663-4B8C-8657-7130B0D7B0E5}">
      <dgm:prSet/>
      <dgm:spPr/>
      <dgm:t>
        <a:bodyPr/>
        <a:lstStyle/>
        <a:p>
          <a:endParaRPr lang="en-IN"/>
        </a:p>
      </dgm:t>
    </dgm:pt>
    <dgm:pt modelId="{D8703C85-9AEA-4494-8FC8-7D5C425853DB}" type="sibTrans" cxnId="{CFEC648C-3663-4B8C-8657-7130B0D7B0E5}">
      <dgm:prSet/>
      <dgm:spPr/>
      <dgm:t>
        <a:bodyPr/>
        <a:lstStyle/>
        <a:p>
          <a:endParaRPr lang="en-IN"/>
        </a:p>
      </dgm:t>
    </dgm:pt>
    <dgm:pt modelId="{93B6B75A-EB60-47C3-94C9-19067C5F906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Meditation with stopwatch and countdown timer</a:t>
          </a:r>
        </a:p>
      </dgm:t>
    </dgm:pt>
    <dgm:pt modelId="{C3C1493D-8B12-4729-8AF9-667C90948C2B}" type="parTrans" cxnId="{15593A5B-3378-40C2-BA6A-9DCDA45D07F3}">
      <dgm:prSet/>
      <dgm:spPr/>
      <dgm:t>
        <a:bodyPr/>
        <a:lstStyle/>
        <a:p>
          <a:endParaRPr lang="en-IN"/>
        </a:p>
      </dgm:t>
    </dgm:pt>
    <dgm:pt modelId="{53DD4E78-7ACA-4215-9B67-50DFCD7F5C96}" type="sibTrans" cxnId="{15593A5B-3378-40C2-BA6A-9DCDA45D07F3}">
      <dgm:prSet/>
      <dgm:spPr/>
      <dgm:t>
        <a:bodyPr/>
        <a:lstStyle/>
        <a:p>
          <a:endParaRPr lang="en-IN"/>
        </a:p>
      </dgm:t>
    </dgm:pt>
    <dgm:pt modelId="{986AFA6D-7083-494E-8549-CB75651B7A2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Music support</a:t>
          </a:r>
        </a:p>
      </dgm:t>
    </dgm:pt>
    <dgm:pt modelId="{DD986F1A-1E3D-46E1-9BC4-75E1487A1B0E}" type="parTrans" cxnId="{DEEE8563-09EB-4FC2-981E-5217FB9158FF}">
      <dgm:prSet/>
      <dgm:spPr/>
      <dgm:t>
        <a:bodyPr/>
        <a:lstStyle/>
        <a:p>
          <a:endParaRPr lang="en-IN"/>
        </a:p>
      </dgm:t>
    </dgm:pt>
    <dgm:pt modelId="{B62DC6B4-0D73-431C-AE8A-C293A6B34108}" type="sibTrans" cxnId="{DEEE8563-09EB-4FC2-981E-5217FB9158FF}">
      <dgm:prSet/>
      <dgm:spPr/>
      <dgm:t>
        <a:bodyPr/>
        <a:lstStyle/>
        <a:p>
          <a:endParaRPr lang="en-IN"/>
        </a:p>
      </dgm:t>
    </dgm:pt>
    <dgm:pt modelId="{BA114AA1-D0CD-4C8F-9D4D-113C879B06C9}">
      <dgm:prSet custT="1"/>
      <dgm:spPr/>
      <dgm:t>
        <a:bodyPr/>
        <a:lstStyle/>
        <a:p>
          <a:pPr>
            <a:buNone/>
          </a:pPr>
          <a:r>
            <a:rPr lang="en-IN" sz="11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Exercise &amp; Movement — LIVE</a:t>
          </a:r>
        </a:p>
      </dgm:t>
    </dgm:pt>
    <dgm:pt modelId="{DDD11A87-072F-4E1C-8064-087557835F23}" type="parTrans" cxnId="{3CD18AE4-8AFE-4881-8AE6-4701CE52833A}">
      <dgm:prSet/>
      <dgm:spPr/>
      <dgm:t>
        <a:bodyPr/>
        <a:lstStyle/>
        <a:p>
          <a:endParaRPr lang="en-IN"/>
        </a:p>
      </dgm:t>
    </dgm:pt>
    <dgm:pt modelId="{6CA4CE46-3671-4E01-8E24-E4518D8C93A6}" type="sibTrans" cxnId="{3CD18AE4-8AFE-4881-8AE6-4701CE52833A}">
      <dgm:prSet/>
      <dgm:spPr/>
      <dgm:t>
        <a:bodyPr/>
        <a:lstStyle/>
        <a:p>
          <a:endParaRPr lang="en-IN"/>
        </a:p>
      </dgm:t>
    </dgm:pt>
    <dgm:pt modelId="{BC0C1664-3694-492E-92FA-054367336DA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Physical exercises</a:t>
          </a:r>
        </a:p>
      </dgm:t>
    </dgm:pt>
    <dgm:pt modelId="{D916DCAC-8B17-4D6C-8B86-7096D067D231}" type="parTrans" cxnId="{B37FFE51-20FC-4A56-9286-E91557E47E69}">
      <dgm:prSet/>
      <dgm:spPr/>
      <dgm:t>
        <a:bodyPr/>
        <a:lstStyle/>
        <a:p>
          <a:endParaRPr lang="en-IN"/>
        </a:p>
      </dgm:t>
    </dgm:pt>
    <dgm:pt modelId="{47DC861B-0B8D-41C1-B28A-F58BF68B750C}" type="sibTrans" cxnId="{B37FFE51-20FC-4A56-9286-E91557E47E69}">
      <dgm:prSet/>
      <dgm:spPr/>
      <dgm:t>
        <a:bodyPr/>
        <a:lstStyle/>
        <a:p>
          <a:endParaRPr lang="en-IN"/>
        </a:p>
      </dgm:t>
    </dgm:pt>
    <dgm:pt modelId="{4FE8E7E5-8408-4353-940B-D60456600B1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>
              <a:latin typeface="Times New Roman" panose="02020603050405020304" pitchFamily="18" charset="0"/>
              <a:cs typeface="Times New Roman" panose="02020603050405020304" pitchFamily="18" charset="0"/>
            </a:rPr>
            <a:t>Mental wellness exercises</a:t>
          </a:r>
        </a:p>
      </dgm:t>
    </dgm:pt>
    <dgm:pt modelId="{2EE82F6C-29C4-4F5C-A406-259835C25EC6}" type="parTrans" cxnId="{6B9559CB-DD70-4A25-BD01-4131A2A54362}">
      <dgm:prSet/>
      <dgm:spPr/>
      <dgm:t>
        <a:bodyPr/>
        <a:lstStyle/>
        <a:p>
          <a:endParaRPr lang="en-IN"/>
        </a:p>
      </dgm:t>
    </dgm:pt>
    <dgm:pt modelId="{4C780408-C69D-4315-BFA2-75D45B208C9D}" type="sibTrans" cxnId="{6B9559CB-DD70-4A25-BD01-4131A2A54362}">
      <dgm:prSet/>
      <dgm:spPr/>
      <dgm:t>
        <a:bodyPr/>
        <a:lstStyle/>
        <a:p>
          <a:endParaRPr lang="en-IN"/>
        </a:p>
      </dgm:t>
    </dgm:pt>
    <dgm:pt modelId="{581EE574-4AF2-479C-8739-27C31D4A3E7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Personalized suggestions</a:t>
          </a:r>
        </a:p>
      </dgm:t>
    </dgm:pt>
    <dgm:pt modelId="{FDFDA5B5-1D84-4F77-8022-4E185A9A054B}" type="parTrans" cxnId="{652898E5-3C07-4D58-8B21-C6C3FE4293DD}">
      <dgm:prSet/>
      <dgm:spPr/>
      <dgm:t>
        <a:bodyPr/>
        <a:lstStyle/>
        <a:p>
          <a:endParaRPr lang="en-IN"/>
        </a:p>
      </dgm:t>
    </dgm:pt>
    <dgm:pt modelId="{41F664E6-7A85-4416-A712-3723F876D447}" type="sibTrans" cxnId="{652898E5-3C07-4D58-8B21-C6C3FE4293DD}">
      <dgm:prSet/>
      <dgm:spPr/>
      <dgm:t>
        <a:bodyPr/>
        <a:lstStyle/>
        <a:p>
          <a:endParaRPr lang="en-IN"/>
        </a:p>
      </dgm:t>
    </dgm:pt>
    <dgm:pt modelId="{F0EFCE42-47BD-4023-BDC8-64AFD8E24C7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Growing-tree streak visualization</a:t>
          </a:r>
        </a:p>
      </dgm:t>
    </dgm:pt>
    <dgm:pt modelId="{75C47C5A-D7FF-40F0-AF6B-8E5C23ABDCBA}" type="parTrans" cxnId="{7D294CF8-D5BB-4A72-84D8-5AFCC4D2992A}">
      <dgm:prSet/>
      <dgm:spPr/>
      <dgm:t>
        <a:bodyPr/>
        <a:lstStyle/>
        <a:p>
          <a:endParaRPr lang="en-IN"/>
        </a:p>
      </dgm:t>
    </dgm:pt>
    <dgm:pt modelId="{C2D83BE4-177A-4BBC-9A5A-770601195235}" type="sibTrans" cxnId="{7D294CF8-D5BB-4A72-84D8-5AFCC4D2992A}">
      <dgm:prSet/>
      <dgm:spPr/>
      <dgm:t>
        <a:bodyPr/>
        <a:lstStyle/>
        <a:p>
          <a:endParaRPr lang="en-IN"/>
        </a:p>
      </dgm:t>
    </dgm:pt>
    <dgm:pt modelId="{75DFB805-873E-496F-89AE-66D43E602AC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Monthly exercise-minute tracking</a:t>
          </a:r>
        </a:p>
      </dgm:t>
    </dgm:pt>
    <dgm:pt modelId="{303B9724-945F-4526-9641-053CCE410CEF}" type="parTrans" cxnId="{A688E2EB-6857-4ABE-989A-7225ECA61730}">
      <dgm:prSet/>
      <dgm:spPr/>
      <dgm:t>
        <a:bodyPr/>
        <a:lstStyle/>
        <a:p>
          <a:endParaRPr lang="en-IN"/>
        </a:p>
      </dgm:t>
    </dgm:pt>
    <dgm:pt modelId="{F08DB1CB-1358-4CCB-BCA6-049AC67484A8}" type="sibTrans" cxnId="{A688E2EB-6857-4ABE-989A-7225ECA61730}">
      <dgm:prSet/>
      <dgm:spPr/>
      <dgm:t>
        <a:bodyPr/>
        <a:lstStyle/>
        <a:p>
          <a:endParaRPr lang="en-IN"/>
        </a:p>
      </dgm:t>
    </dgm:pt>
    <dgm:pt modelId="{AA842870-7B5F-4C3A-9375-A294E40ED7B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>
              <a:latin typeface="Times New Roman" panose="02020603050405020304" pitchFamily="18" charset="0"/>
              <a:cs typeface="Times New Roman" panose="02020603050405020304" pitchFamily="18" charset="0"/>
            </a:rPr>
            <a:t>End-of-month reward card</a:t>
          </a:r>
        </a:p>
      </dgm:t>
    </dgm:pt>
    <dgm:pt modelId="{CC05C0E2-663C-4E0A-91F7-36E80A69E640}" type="parTrans" cxnId="{0A9BBAA7-E9DB-4329-95A7-4D1117EE25E1}">
      <dgm:prSet/>
      <dgm:spPr/>
      <dgm:t>
        <a:bodyPr/>
        <a:lstStyle/>
        <a:p>
          <a:endParaRPr lang="en-IN"/>
        </a:p>
      </dgm:t>
    </dgm:pt>
    <dgm:pt modelId="{2D1E21AA-5EAF-4371-B4A6-54CF30DEA245}" type="sibTrans" cxnId="{0A9BBAA7-E9DB-4329-95A7-4D1117EE25E1}">
      <dgm:prSet/>
      <dgm:spPr/>
      <dgm:t>
        <a:bodyPr/>
        <a:lstStyle/>
        <a:p>
          <a:endParaRPr lang="en-IN"/>
        </a:p>
      </dgm:t>
    </dgm:pt>
    <dgm:pt modelId="{8E004483-A1C8-4D75-8006-666286D7CDC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Animated human figures for exercises</a:t>
          </a:r>
        </a:p>
      </dgm:t>
    </dgm:pt>
    <dgm:pt modelId="{52D36827-8A3C-4C4F-8578-3748DA78AA8B}" type="parTrans" cxnId="{B5792BB0-A5F1-4B4C-A789-398AB75E250E}">
      <dgm:prSet/>
      <dgm:spPr/>
      <dgm:t>
        <a:bodyPr/>
        <a:lstStyle/>
        <a:p>
          <a:endParaRPr lang="en-IN"/>
        </a:p>
      </dgm:t>
    </dgm:pt>
    <dgm:pt modelId="{997B0B6E-6C2B-4D16-A80E-363A3B3FABE0}" type="sibTrans" cxnId="{B5792BB0-A5F1-4B4C-A789-398AB75E250E}">
      <dgm:prSet/>
      <dgm:spPr/>
      <dgm:t>
        <a:bodyPr/>
        <a:lstStyle/>
        <a:p>
          <a:endParaRPr lang="en-IN"/>
        </a:p>
      </dgm:t>
    </dgm:pt>
    <dgm:pt modelId="{49B1910B-8FAD-4E46-8F78-5426E20E77E4}">
      <dgm:prSet custT="1"/>
      <dgm:spPr/>
      <dgm:t>
        <a:bodyPr/>
        <a:lstStyle/>
        <a:p>
          <a:pPr>
            <a:buNone/>
          </a:pPr>
          <a:r>
            <a:rPr lang="en-IN" sz="1400" b="1" u="sng" dirty="0">
              <a:latin typeface="Times New Roman" panose="02020603050405020304" pitchFamily="18" charset="0"/>
              <a:cs typeface="Times New Roman" panose="02020603050405020304" pitchFamily="18" charset="0"/>
            </a:rPr>
            <a:t>Additional Wellness Tools</a:t>
          </a:r>
        </a:p>
      </dgm:t>
    </dgm:pt>
    <dgm:pt modelId="{D109D76B-84D5-4BDC-88D4-BB38AF90DA13}" type="parTrans" cxnId="{ECD0C573-ABDE-473E-9E0B-7571055CE672}">
      <dgm:prSet/>
      <dgm:spPr/>
      <dgm:t>
        <a:bodyPr/>
        <a:lstStyle/>
        <a:p>
          <a:endParaRPr lang="en-IN"/>
        </a:p>
      </dgm:t>
    </dgm:pt>
    <dgm:pt modelId="{2386C265-0558-4AAD-BD91-E4F8590A5B0F}" type="sibTrans" cxnId="{ECD0C573-ABDE-473E-9E0B-7571055CE672}">
      <dgm:prSet/>
      <dgm:spPr/>
      <dgm:t>
        <a:bodyPr/>
        <a:lstStyle/>
        <a:p>
          <a:endParaRPr lang="en-IN"/>
        </a:p>
      </dgm:t>
    </dgm:pt>
    <dgm:pt modelId="{162D6579-8B5A-4E41-937F-CE217A29BC8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Gratitude Log</a:t>
          </a:r>
        </a:p>
      </dgm:t>
    </dgm:pt>
    <dgm:pt modelId="{418F5D73-FF73-434D-8DE7-3BDA38B27C17}" type="parTrans" cxnId="{68FA876E-1773-4083-AE4F-0FE6518B8C4D}">
      <dgm:prSet/>
      <dgm:spPr/>
      <dgm:t>
        <a:bodyPr/>
        <a:lstStyle/>
        <a:p>
          <a:endParaRPr lang="en-IN"/>
        </a:p>
      </dgm:t>
    </dgm:pt>
    <dgm:pt modelId="{8A8F44F7-7BF8-4270-BA6B-B68D2A538FC7}" type="sibTrans" cxnId="{68FA876E-1773-4083-AE4F-0FE6518B8C4D}">
      <dgm:prSet/>
      <dgm:spPr/>
      <dgm:t>
        <a:bodyPr/>
        <a:lstStyle/>
        <a:p>
          <a:endParaRPr lang="en-IN"/>
        </a:p>
      </dgm:t>
    </dgm:pt>
    <dgm:pt modelId="{2ADEDF56-8328-45CF-95F7-0D39DB8AD71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Sleep Tracker</a:t>
          </a:r>
        </a:p>
      </dgm:t>
    </dgm:pt>
    <dgm:pt modelId="{112C8ED6-E1E4-4A6B-8745-8940E3F4E1D8}" type="parTrans" cxnId="{0B388077-A4F0-49F0-A78F-B328F69029A6}">
      <dgm:prSet/>
      <dgm:spPr/>
      <dgm:t>
        <a:bodyPr/>
        <a:lstStyle/>
        <a:p>
          <a:endParaRPr lang="en-IN"/>
        </a:p>
      </dgm:t>
    </dgm:pt>
    <dgm:pt modelId="{EC48E139-756F-4161-9D07-8609C9BFD0CB}" type="sibTrans" cxnId="{0B388077-A4F0-49F0-A78F-B328F69029A6}">
      <dgm:prSet/>
      <dgm:spPr/>
      <dgm:t>
        <a:bodyPr/>
        <a:lstStyle/>
        <a:p>
          <a:endParaRPr lang="en-IN"/>
        </a:p>
      </dgm:t>
    </dgm:pt>
    <dgm:pt modelId="{C6007359-FB73-4A79-BEC4-CA1EA83A9D2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>
              <a:latin typeface="Times New Roman" panose="02020603050405020304" pitchFamily="18" charset="0"/>
              <a:cs typeface="Times New Roman" panose="02020603050405020304" pitchFamily="18" charset="0"/>
            </a:rPr>
            <a:t>Habit Tracker</a:t>
          </a:r>
        </a:p>
      </dgm:t>
    </dgm:pt>
    <dgm:pt modelId="{50D6CAA5-05E4-4035-8C1D-E228FE1438D9}" type="parTrans" cxnId="{7734E3EC-00F9-426E-A7AF-F0071A65171C}">
      <dgm:prSet/>
      <dgm:spPr/>
      <dgm:t>
        <a:bodyPr/>
        <a:lstStyle/>
        <a:p>
          <a:endParaRPr lang="en-IN"/>
        </a:p>
      </dgm:t>
    </dgm:pt>
    <dgm:pt modelId="{93CD6F1A-3464-4652-BC0B-7EC91C7AED44}" type="sibTrans" cxnId="{7734E3EC-00F9-426E-A7AF-F0071A65171C}">
      <dgm:prSet/>
      <dgm:spPr/>
      <dgm:t>
        <a:bodyPr/>
        <a:lstStyle/>
        <a:p>
          <a:endParaRPr lang="en-IN"/>
        </a:p>
      </dgm:t>
    </dgm:pt>
    <dgm:pt modelId="{E5FB998F-995D-40B2-9EDE-1616625A909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Resource Library</a:t>
          </a:r>
        </a:p>
      </dgm:t>
    </dgm:pt>
    <dgm:pt modelId="{8D239B3C-0FF8-4265-A0D5-829C646C27DE}" type="parTrans" cxnId="{0840BDF0-48C4-4B95-B11F-A7A23E53C83F}">
      <dgm:prSet/>
      <dgm:spPr/>
      <dgm:t>
        <a:bodyPr/>
        <a:lstStyle/>
        <a:p>
          <a:endParaRPr lang="en-IN"/>
        </a:p>
      </dgm:t>
    </dgm:pt>
    <dgm:pt modelId="{A224326F-BDCF-4FC4-9236-F4E425A058D5}" type="sibTrans" cxnId="{0840BDF0-48C4-4B95-B11F-A7A23E53C83F}">
      <dgm:prSet/>
      <dgm:spPr/>
      <dgm:t>
        <a:bodyPr/>
        <a:lstStyle/>
        <a:p>
          <a:endParaRPr lang="en-IN"/>
        </a:p>
      </dgm:t>
    </dgm:pt>
    <dgm:pt modelId="{CA8E2F38-9D2F-4D80-A604-8973148C90F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Weekly Reflection</a:t>
          </a:r>
        </a:p>
      </dgm:t>
    </dgm:pt>
    <dgm:pt modelId="{B0770C5B-3745-438D-8652-6BB51CDC8743}" type="parTrans" cxnId="{71D04A9E-2A76-4F72-B74E-193355415075}">
      <dgm:prSet/>
      <dgm:spPr/>
      <dgm:t>
        <a:bodyPr/>
        <a:lstStyle/>
        <a:p>
          <a:endParaRPr lang="en-IN"/>
        </a:p>
      </dgm:t>
    </dgm:pt>
    <dgm:pt modelId="{014BC323-7D46-421A-8218-76514F6F7E8F}" type="sibTrans" cxnId="{71D04A9E-2A76-4F72-B74E-193355415075}">
      <dgm:prSet/>
      <dgm:spPr/>
      <dgm:t>
        <a:bodyPr/>
        <a:lstStyle/>
        <a:p>
          <a:endParaRPr lang="en-IN"/>
        </a:p>
      </dgm:t>
    </dgm:pt>
    <dgm:pt modelId="{D7CB82FE-60DE-4E2D-9103-6F613AD8EA79}">
      <dgm:prSet custT="1"/>
      <dgm:spPr/>
      <dgm:t>
        <a:bodyPr/>
        <a:lstStyle/>
        <a:p>
          <a:pPr>
            <a:buNone/>
          </a:pPr>
          <a:r>
            <a:rPr lang="en-IN" sz="1400" b="1" u="sng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Crisis / Emergency</a:t>
          </a:r>
        </a:p>
      </dgm:t>
    </dgm:pt>
    <dgm:pt modelId="{8CCE8F84-B5C9-48B7-BBE0-B795913CD453}" type="parTrans" cxnId="{CAA26D3D-2A42-45E7-BDCA-79A7FC5C03A3}">
      <dgm:prSet/>
      <dgm:spPr/>
      <dgm:t>
        <a:bodyPr/>
        <a:lstStyle/>
        <a:p>
          <a:endParaRPr lang="en-IN"/>
        </a:p>
      </dgm:t>
    </dgm:pt>
    <dgm:pt modelId="{2FC08A37-F876-4DB0-88B2-B886A6C95136}" type="sibTrans" cxnId="{CAA26D3D-2A42-45E7-BDCA-79A7FC5C03A3}">
      <dgm:prSet/>
      <dgm:spPr/>
      <dgm:t>
        <a:bodyPr/>
        <a:lstStyle/>
        <a:p>
          <a:endParaRPr lang="en-IN"/>
        </a:p>
      </dgm:t>
    </dgm:pt>
    <dgm:pt modelId="{ECE2A3C9-9F57-4329-AD01-E1ED09F82F5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Persistent emergency button</a:t>
          </a:r>
        </a:p>
      </dgm:t>
    </dgm:pt>
    <dgm:pt modelId="{95216581-43EB-431C-8E80-40166D11A2FA}" type="parTrans" cxnId="{10C53D5D-3848-4A7D-82F7-010F1E0F9C69}">
      <dgm:prSet/>
      <dgm:spPr/>
      <dgm:t>
        <a:bodyPr/>
        <a:lstStyle/>
        <a:p>
          <a:endParaRPr lang="en-IN"/>
        </a:p>
      </dgm:t>
    </dgm:pt>
    <dgm:pt modelId="{3F4C3C75-6EC3-4DBC-AE15-6A07CBB6E204}" type="sibTrans" cxnId="{10C53D5D-3848-4A7D-82F7-010F1E0F9C69}">
      <dgm:prSet/>
      <dgm:spPr/>
      <dgm:t>
        <a:bodyPr/>
        <a:lstStyle/>
        <a:p>
          <a:endParaRPr lang="en-IN"/>
        </a:p>
      </dgm:t>
    </dgm:pt>
    <dgm:pt modelId="{E909127B-4915-4667-85F6-30585D5DAB7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Helpline information</a:t>
          </a:r>
        </a:p>
      </dgm:t>
    </dgm:pt>
    <dgm:pt modelId="{A6FB1FEA-B53D-409E-83E9-6978B03E4E1B}" type="parTrans" cxnId="{7F463A7A-9F8A-498A-89BE-BD586A8E16AD}">
      <dgm:prSet/>
      <dgm:spPr/>
      <dgm:t>
        <a:bodyPr/>
        <a:lstStyle/>
        <a:p>
          <a:endParaRPr lang="en-IN"/>
        </a:p>
      </dgm:t>
    </dgm:pt>
    <dgm:pt modelId="{B141D47A-0B20-405F-9AF0-2DAFDD20FA5F}" type="sibTrans" cxnId="{7F463A7A-9F8A-498A-89BE-BD586A8E16AD}">
      <dgm:prSet/>
      <dgm:spPr/>
      <dgm:t>
        <a:bodyPr/>
        <a:lstStyle/>
        <a:p>
          <a:endParaRPr lang="en-IN"/>
        </a:p>
      </dgm:t>
    </dgm:pt>
    <dgm:pt modelId="{07457B21-EAE7-41ED-AFD4-F2AF5AFB5E6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Safety-focused support flow</a:t>
          </a:r>
        </a:p>
      </dgm:t>
    </dgm:pt>
    <dgm:pt modelId="{4937113D-576A-4C4A-9671-A18E0594F99C}" type="parTrans" cxnId="{E6C1666F-80FB-408D-82F1-0184A49FF2F7}">
      <dgm:prSet/>
      <dgm:spPr/>
      <dgm:t>
        <a:bodyPr/>
        <a:lstStyle/>
        <a:p>
          <a:endParaRPr lang="en-IN"/>
        </a:p>
      </dgm:t>
    </dgm:pt>
    <dgm:pt modelId="{7B9F937D-288D-4897-8230-F4B4D0396F9F}" type="sibTrans" cxnId="{E6C1666F-80FB-408D-82F1-0184A49FF2F7}">
      <dgm:prSet/>
      <dgm:spPr/>
      <dgm:t>
        <a:bodyPr/>
        <a:lstStyle/>
        <a:p>
          <a:endParaRPr lang="en-IN"/>
        </a:p>
      </dgm:t>
    </dgm:pt>
    <dgm:pt modelId="{93E9546E-5262-458E-A486-C08AF33C6368}" type="pres">
      <dgm:prSet presAssocID="{2CD431B4-84BB-4839-ACD8-25930EA7598D}" presName="diagram" presStyleCnt="0">
        <dgm:presLayoutVars>
          <dgm:dir/>
          <dgm:resizeHandles val="exact"/>
        </dgm:presLayoutVars>
      </dgm:prSet>
      <dgm:spPr/>
    </dgm:pt>
    <dgm:pt modelId="{6A628B1F-E253-46CF-A4C2-7133183B5707}" type="pres">
      <dgm:prSet presAssocID="{AB296BB8-303A-4929-ABEE-3044E0A3D3D4}" presName="node" presStyleLbl="node1" presStyleIdx="0" presStyleCnt="9">
        <dgm:presLayoutVars>
          <dgm:bulletEnabled val="1"/>
        </dgm:presLayoutVars>
      </dgm:prSet>
      <dgm:spPr/>
    </dgm:pt>
    <dgm:pt modelId="{39200B6A-B083-4C39-AD5B-04CC4DDE96EF}" type="pres">
      <dgm:prSet presAssocID="{EB029572-5E2B-4DCD-B612-CCA99D8F5CB7}" presName="sibTrans" presStyleCnt="0"/>
      <dgm:spPr/>
    </dgm:pt>
    <dgm:pt modelId="{D5D5B73B-E883-470A-8BC1-7F1D5F598C59}" type="pres">
      <dgm:prSet presAssocID="{A099FA6F-841C-4848-AC6B-5D7EACE6E4CA}" presName="node" presStyleLbl="node1" presStyleIdx="1" presStyleCnt="9">
        <dgm:presLayoutVars>
          <dgm:bulletEnabled val="1"/>
        </dgm:presLayoutVars>
      </dgm:prSet>
      <dgm:spPr/>
    </dgm:pt>
    <dgm:pt modelId="{D4EBA2C0-AFAB-4E79-974F-4C45984C869B}" type="pres">
      <dgm:prSet presAssocID="{96BD63FB-E4DE-4D62-BF82-E8C83D96366C}" presName="sibTrans" presStyleCnt="0"/>
      <dgm:spPr/>
    </dgm:pt>
    <dgm:pt modelId="{EB710296-6CA6-4469-8516-D3D75A39B391}" type="pres">
      <dgm:prSet presAssocID="{B443C82B-11CE-4722-8FF4-514500FDBDC6}" presName="node" presStyleLbl="node1" presStyleIdx="2" presStyleCnt="9">
        <dgm:presLayoutVars>
          <dgm:bulletEnabled val="1"/>
        </dgm:presLayoutVars>
      </dgm:prSet>
      <dgm:spPr/>
    </dgm:pt>
    <dgm:pt modelId="{043D7907-101F-45E2-AA5C-935D1FC77520}" type="pres">
      <dgm:prSet presAssocID="{4406FB2B-A1A4-4E23-8B3B-64044A274184}" presName="sibTrans" presStyleCnt="0"/>
      <dgm:spPr/>
    </dgm:pt>
    <dgm:pt modelId="{09946A45-53A5-4280-8E07-1546687859A2}" type="pres">
      <dgm:prSet presAssocID="{BA114AA1-D0CD-4C8F-9D4D-113C879B06C9}" presName="node" presStyleLbl="node1" presStyleIdx="3" presStyleCnt="9">
        <dgm:presLayoutVars>
          <dgm:bulletEnabled val="1"/>
        </dgm:presLayoutVars>
      </dgm:prSet>
      <dgm:spPr/>
    </dgm:pt>
    <dgm:pt modelId="{974824E2-29D2-4266-9F0C-476A7F5B99CD}" type="pres">
      <dgm:prSet presAssocID="{6CA4CE46-3671-4E01-8E24-E4518D8C93A6}" presName="sibTrans" presStyleCnt="0"/>
      <dgm:spPr/>
    </dgm:pt>
    <dgm:pt modelId="{44D5FDFC-BE90-4BAF-8980-77C42E6B62C4}" type="pres">
      <dgm:prSet presAssocID="{224BABF2-6DCE-49CE-9662-C68BF3263CE2}" presName="node" presStyleLbl="node1" presStyleIdx="4" presStyleCnt="9">
        <dgm:presLayoutVars>
          <dgm:bulletEnabled val="1"/>
        </dgm:presLayoutVars>
      </dgm:prSet>
      <dgm:spPr/>
    </dgm:pt>
    <dgm:pt modelId="{FD2B14E8-1C1D-40B8-AFD9-BA45C5D93E2B}" type="pres">
      <dgm:prSet presAssocID="{793E64AB-7382-4D56-9107-9E0C348318E3}" presName="sibTrans" presStyleCnt="0"/>
      <dgm:spPr/>
    </dgm:pt>
    <dgm:pt modelId="{A5B5F22E-4E3E-4255-8A22-37B7F99510A1}" type="pres">
      <dgm:prSet presAssocID="{BAE81AA2-ACA0-4389-84BA-18CD5EC143B2}" presName="node" presStyleLbl="node1" presStyleIdx="5" presStyleCnt="9">
        <dgm:presLayoutVars>
          <dgm:bulletEnabled val="1"/>
        </dgm:presLayoutVars>
      </dgm:prSet>
      <dgm:spPr/>
    </dgm:pt>
    <dgm:pt modelId="{821869B7-8E0C-4ECD-8BC9-9BA58CC24465}" type="pres">
      <dgm:prSet presAssocID="{47A2CD64-5BA2-48AA-BBF5-642A24600B0F}" presName="sibTrans" presStyleCnt="0"/>
      <dgm:spPr/>
    </dgm:pt>
    <dgm:pt modelId="{F8453920-4342-4501-9C0B-FBDD1CC1348D}" type="pres">
      <dgm:prSet presAssocID="{04D715CB-619B-450A-A9B5-1D1B5CC34A1C}" presName="node" presStyleLbl="node1" presStyleIdx="6" presStyleCnt="9">
        <dgm:presLayoutVars>
          <dgm:bulletEnabled val="1"/>
        </dgm:presLayoutVars>
      </dgm:prSet>
      <dgm:spPr/>
    </dgm:pt>
    <dgm:pt modelId="{8593AFD3-FB64-4195-AA87-75DB6A5DA5DD}" type="pres">
      <dgm:prSet presAssocID="{09FAA099-E882-4D11-BA38-F41B0355EAD3}" presName="sibTrans" presStyleCnt="0"/>
      <dgm:spPr/>
    </dgm:pt>
    <dgm:pt modelId="{DC729202-78E9-43F4-B952-7ACA141E7667}" type="pres">
      <dgm:prSet presAssocID="{49B1910B-8FAD-4E46-8F78-5426E20E77E4}" presName="node" presStyleLbl="node1" presStyleIdx="7" presStyleCnt="9">
        <dgm:presLayoutVars>
          <dgm:bulletEnabled val="1"/>
        </dgm:presLayoutVars>
      </dgm:prSet>
      <dgm:spPr/>
    </dgm:pt>
    <dgm:pt modelId="{D170EE43-1522-4C52-9A65-ECE7E7B4CAFE}" type="pres">
      <dgm:prSet presAssocID="{2386C265-0558-4AAD-BD91-E4F8590A5B0F}" presName="sibTrans" presStyleCnt="0"/>
      <dgm:spPr/>
    </dgm:pt>
    <dgm:pt modelId="{C17395D1-0787-46E6-87EA-BAB5E0B142A9}" type="pres">
      <dgm:prSet presAssocID="{D7CB82FE-60DE-4E2D-9103-6F613AD8EA79}" presName="node" presStyleLbl="node1" presStyleIdx="8" presStyleCnt="9">
        <dgm:presLayoutVars>
          <dgm:bulletEnabled val="1"/>
        </dgm:presLayoutVars>
      </dgm:prSet>
      <dgm:spPr/>
    </dgm:pt>
  </dgm:ptLst>
  <dgm:cxnLst>
    <dgm:cxn modelId="{DB155200-8EA7-40FA-8E49-9D8EDA71FAF5}" type="presOf" srcId="{7BA26F3A-BCA6-42DB-AF87-7B419B75BC77}" destId="{44D5FDFC-BE90-4BAF-8980-77C42E6B62C4}" srcOrd="0" destOrd="1" presId="urn:microsoft.com/office/officeart/2005/8/layout/default"/>
    <dgm:cxn modelId="{EDA8B108-A947-4BDF-B7B5-A1D3146252AE}" type="presOf" srcId="{986AFA6D-7083-494E-8549-CB75651B7A23}" destId="{44D5FDFC-BE90-4BAF-8980-77C42E6B62C4}" srcOrd="0" destOrd="6" presId="urn:microsoft.com/office/officeart/2005/8/layout/default"/>
    <dgm:cxn modelId="{40EA2609-3BCB-42AF-BD7D-BD8A3EDD5799}" srcId="{224BABF2-6DCE-49CE-9662-C68BF3263CE2}" destId="{93F8DFEA-3912-455B-9BFE-65091A846838}" srcOrd="1" destOrd="0" parTransId="{2DA32F86-A3D4-47C7-B43C-71F98233F6E7}" sibTransId="{7513AC62-F078-49EE-8010-E3DACDEFE957}"/>
    <dgm:cxn modelId="{FFE0DD0A-DD55-47A5-BA32-1A85C2512123}" type="presOf" srcId="{581EE574-4AF2-479C-8739-27C31D4A3E77}" destId="{09946A45-53A5-4280-8E07-1546687859A2}" srcOrd="0" destOrd="3" presId="urn:microsoft.com/office/officeart/2005/8/layout/default"/>
    <dgm:cxn modelId="{B335E611-FCB5-4F9F-A95F-C07547FF16B1}" srcId="{2CD431B4-84BB-4839-ACD8-25930EA7598D}" destId="{AB296BB8-303A-4929-ABEE-3044E0A3D3D4}" srcOrd="0" destOrd="0" parTransId="{92D87FC8-39ED-45A9-9A61-6E99F80E702B}" sibTransId="{EB029572-5E2B-4DCD-B612-CCA99D8F5CB7}"/>
    <dgm:cxn modelId="{3FC5A215-A717-4C94-B225-E8412C62DC15}" type="presOf" srcId="{E909127B-4915-4667-85F6-30585D5DAB73}" destId="{C17395D1-0787-46E6-87EA-BAB5E0B142A9}" srcOrd="0" destOrd="2" presId="urn:microsoft.com/office/officeart/2005/8/layout/default"/>
    <dgm:cxn modelId="{BB298116-11D8-494B-8285-E966AC8E65AB}" srcId="{2CD431B4-84BB-4839-ACD8-25930EA7598D}" destId="{A099FA6F-841C-4848-AC6B-5D7EACE6E4CA}" srcOrd="1" destOrd="0" parTransId="{A3B2161B-B2C0-4F01-81F8-350DA79E85C9}" sibTransId="{96BD63FB-E4DE-4D62-BF82-E8C83D96366C}"/>
    <dgm:cxn modelId="{3BE23A17-4789-4F0C-A3C9-4E07D28C1C9B}" srcId="{2CD431B4-84BB-4839-ACD8-25930EA7598D}" destId="{BAE81AA2-ACA0-4389-84BA-18CD5EC143B2}" srcOrd="5" destOrd="0" parTransId="{AC3DD617-AB93-4C9B-9288-656283F7E549}" sibTransId="{47A2CD64-5BA2-48AA-BBF5-642A24600B0F}"/>
    <dgm:cxn modelId="{39B9D818-A094-400C-A693-EF310F1FC4BC}" type="presOf" srcId="{C6007359-FB73-4A79-BEC4-CA1EA83A9D2E}" destId="{DC729202-78E9-43F4-B952-7ACA141E7667}" srcOrd="0" destOrd="3" presId="urn:microsoft.com/office/officeart/2005/8/layout/default"/>
    <dgm:cxn modelId="{8488361A-20DB-44DC-8D1A-04AB2282F086}" type="presOf" srcId="{93B6B75A-EB60-47C3-94C9-19067C5F9066}" destId="{44D5FDFC-BE90-4BAF-8980-77C42E6B62C4}" srcOrd="0" destOrd="5" presId="urn:microsoft.com/office/officeart/2005/8/layout/default"/>
    <dgm:cxn modelId="{37B2F91C-B7FD-4286-A413-751457D9E8C2}" type="presOf" srcId="{B443C82B-11CE-4722-8FF4-514500FDBDC6}" destId="{EB710296-6CA6-4469-8516-D3D75A39B391}" srcOrd="0" destOrd="0" presId="urn:microsoft.com/office/officeart/2005/8/layout/default"/>
    <dgm:cxn modelId="{A3654F21-6448-4BB7-A04A-DF9BD1C47463}" type="presOf" srcId="{A099FA6F-841C-4848-AC6B-5D7EACE6E4CA}" destId="{D5D5B73B-E883-470A-8BC1-7F1D5F598C59}" srcOrd="0" destOrd="0" presId="urn:microsoft.com/office/officeart/2005/8/layout/default"/>
    <dgm:cxn modelId="{7B61B829-2E13-489A-9578-7AF4C59B277F}" type="presOf" srcId="{93F8DFEA-3912-455B-9BFE-65091A846838}" destId="{44D5FDFC-BE90-4BAF-8980-77C42E6B62C4}" srcOrd="0" destOrd="2" presId="urn:microsoft.com/office/officeart/2005/8/layout/default"/>
    <dgm:cxn modelId="{B32C662A-EE60-446C-A3EF-C0BC6ED4FCEA}" type="presOf" srcId="{ECE2A3C9-9F57-4329-AD01-E1ED09F82F5A}" destId="{C17395D1-0787-46E6-87EA-BAB5E0B142A9}" srcOrd="0" destOrd="1" presId="urn:microsoft.com/office/officeart/2005/8/layout/default"/>
    <dgm:cxn modelId="{21C1BC31-28D3-425C-ABE5-7054B23A66AA}" srcId="{224BABF2-6DCE-49CE-9662-C68BF3263CE2}" destId="{D7037B55-C15A-4758-8BBB-1AFA247CE428}" srcOrd="2" destOrd="0" parTransId="{203EAFE9-ED1D-499B-9F14-9764415E1BC5}" sibTransId="{60FB6F5A-E6F0-4F5D-8A2B-59634EB76BE3}"/>
    <dgm:cxn modelId="{03A7F83A-C161-4952-A946-17020957B5FD}" type="presOf" srcId="{49B1910B-8FAD-4E46-8F78-5426E20E77E4}" destId="{DC729202-78E9-43F4-B952-7ACA141E7667}" srcOrd="0" destOrd="0" presId="urn:microsoft.com/office/officeart/2005/8/layout/default"/>
    <dgm:cxn modelId="{CAA26D3D-2A42-45E7-BDCA-79A7FC5C03A3}" srcId="{2CD431B4-84BB-4839-ACD8-25930EA7598D}" destId="{D7CB82FE-60DE-4E2D-9103-6F613AD8EA79}" srcOrd="8" destOrd="0" parTransId="{8CCE8F84-B5C9-48B7-BBE0-B795913CD453}" sibTransId="{2FC08A37-F876-4DB0-88B2-B886A6C95136}"/>
    <dgm:cxn modelId="{F3C8F23D-18E0-40CA-8D67-9BAEEA76C1C7}" type="presOf" srcId="{2ADEDF56-8328-45CF-95F7-0D39DB8AD713}" destId="{DC729202-78E9-43F4-B952-7ACA141E7667}" srcOrd="0" destOrd="2" presId="urn:microsoft.com/office/officeart/2005/8/layout/default"/>
    <dgm:cxn modelId="{15593A5B-3378-40C2-BA6A-9DCDA45D07F3}" srcId="{224BABF2-6DCE-49CE-9662-C68BF3263CE2}" destId="{93B6B75A-EB60-47C3-94C9-19067C5F9066}" srcOrd="4" destOrd="0" parTransId="{C3C1493D-8B12-4729-8AF9-667C90948C2B}" sibTransId="{53DD4E78-7ACA-4215-9B67-50DFCD7F5C96}"/>
    <dgm:cxn modelId="{10C53D5D-3848-4A7D-82F7-010F1E0F9C69}" srcId="{D7CB82FE-60DE-4E2D-9103-6F613AD8EA79}" destId="{ECE2A3C9-9F57-4329-AD01-E1ED09F82F5A}" srcOrd="0" destOrd="0" parTransId="{95216581-43EB-431C-8E80-40166D11A2FA}" sibTransId="{3F4C3C75-6EC3-4DBC-AE15-6A07CBB6E204}"/>
    <dgm:cxn modelId="{DEEE8563-09EB-4FC2-981E-5217FB9158FF}" srcId="{224BABF2-6DCE-49CE-9662-C68BF3263CE2}" destId="{986AFA6D-7083-494E-8549-CB75651B7A23}" srcOrd="5" destOrd="0" parTransId="{DD986F1A-1E3D-46E1-9BC4-75E1487A1B0E}" sibTransId="{B62DC6B4-0D73-431C-AE8A-C293A6B34108}"/>
    <dgm:cxn modelId="{3960DE63-C324-43B6-8DAC-A11C3B399092}" type="presOf" srcId="{8E004483-A1C8-4D75-8006-666286D7CDC4}" destId="{09946A45-53A5-4280-8E07-1546687859A2}" srcOrd="0" destOrd="7" presId="urn:microsoft.com/office/officeart/2005/8/layout/default"/>
    <dgm:cxn modelId="{65E4AC65-49DC-403B-9C25-E653ACF346D2}" type="presOf" srcId="{224BABF2-6DCE-49CE-9662-C68BF3263CE2}" destId="{44D5FDFC-BE90-4BAF-8980-77C42E6B62C4}" srcOrd="0" destOrd="0" presId="urn:microsoft.com/office/officeart/2005/8/layout/default"/>
    <dgm:cxn modelId="{5327A347-5FE8-497D-8200-54F137BD2892}" srcId="{2CD431B4-84BB-4839-ACD8-25930EA7598D}" destId="{224BABF2-6DCE-49CE-9662-C68BF3263CE2}" srcOrd="4" destOrd="0" parTransId="{461791F1-040C-49F9-B4E0-8D612A39A71A}" sibTransId="{793E64AB-7382-4D56-9107-9E0C348318E3}"/>
    <dgm:cxn modelId="{68FA876E-1773-4083-AE4F-0FE6518B8C4D}" srcId="{49B1910B-8FAD-4E46-8F78-5426E20E77E4}" destId="{162D6579-8B5A-4E41-937F-CE217A29BC87}" srcOrd="0" destOrd="0" parTransId="{418F5D73-FF73-434D-8DE7-3BDA38B27C17}" sibTransId="{8A8F44F7-7BF8-4270-BA6B-B68D2A538FC7}"/>
    <dgm:cxn modelId="{E6C1666F-80FB-408D-82F1-0184A49FF2F7}" srcId="{D7CB82FE-60DE-4E2D-9103-6F613AD8EA79}" destId="{07457B21-EAE7-41ED-AFD4-F2AF5AFB5E66}" srcOrd="2" destOrd="0" parTransId="{4937113D-576A-4C4A-9671-A18E0594F99C}" sibTransId="{7B9F937D-288D-4897-8230-F4B4D0396F9F}"/>
    <dgm:cxn modelId="{B37FFE51-20FC-4A56-9286-E91557E47E69}" srcId="{BA114AA1-D0CD-4C8F-9D4D-113C879B06C9}" destId="{BC0C1664-3694-492E-92FA-054367336DA7}" srcOrd="0" destOrd="0" parTransId="{D916DCAC-8B17-4D6C-8B86-7096D067D231}" sibTransId="{47DC861B-0B8D-41C1-B28A-F58BF68B750C}"/>
    <dgm:cxn modelId="{E38CB453-DFB2-4AD5-A13C-147CDF97B3DE}" type="presOf" srcId="{CA8E2F38-9D2F-4D80-A604-8973148C90F9}" destId="{DC729202-78E9-43F4-B952-7ACA141E7667}" srcOrd="0" destOrd="5" presId="urn:microsoft.com/office/officeart/2005/8/layout/default"/>
    <dgm:cxn modelId="{ECD0C573-ABDE-473E-9E0B-7571055CE672}" srcId="{2CD431B4-84BB-4839-ACD8-25930EA7598D}" destId="{49B1910B-8FAD-4E46-8F78-5426E20E77E4}" srcOrd="7" destOrd="0" parTransId="{D109D76B-84D5-4BDC-88D4-BB38AF90DA13}" sibTransId="{2386C265-0558-4AAD-BD91-E4F8590A5B0F}"/>
    <dgm:cxn modelId="{8959E654-F85B-436F-9AB8-3E446FA22F2A}" type="presOf" srcId="{75DFB805-873E-496F-89AE-66D43E602AC0}" destId="{09946A45-53A5-4280-8E07-1546687859A2}" srcOrd="0" destOrd="5" presId="urn:microsoft.com/office/officeart/2005/8/layout/default"/>
    <dgm:cxn modelId="{E998E954-085F-42AE-83BD-E25C7EDC6525}" srcId="{224BABF2-6DCE-49CE-9662-C68BF3263CE2}" destId="{7BA26F3A-BCA6-42DB-AF87-7B419B75BC77}" srcOrd="0" destOrd="0" parTransId="{E260046B-D241-4517-AC11-83D323240365}" sibTransId="{2A553B84-2070-4CC0-B267-7E1E869618F5}"/>
    <dgm:cxn modelId="{86047176-8D85-4155-8D00-9796F7CF39C2}" type="presOf" srcId="{162D6579-8B5A-4E41-937F-CE217A29BC87}" destId="{DC729202-78E9-43F4-B952-7ACA141E7667}" srcOrd="0" destOrd="1" presId="urn:microsoft.com/office/officeart/2005/8/layout/default"/>
    <dgm:cxn modelId="{0B388077-A4F0-49F0-A78F-B328F69029A6}" srcId="{49B1910B-8FAD-4E46-8F78-5426E20E77E4}" destId="{2ADEDF56-8328-45CF-95F7-0D39DB8AD713}" srcOrd="1" destOrd="0" parTransId="{112C8ED6-E1E4-4A6B-8745-8940E3F4E1D8}" sibTransId="{EC48E139-756F-4161-9D07-8609C9BFD0CB}"/>
    <dgm:cxn modelId="{7F463A7A-9F8A-498A-89BE-BD586A8E16AD}" srcId="{D7CB82FE-60DE-4E2D-9103-6F613AD8EA79}" destId="{E909127B-4915-4667-85F6-30585D5DAB73}" srcOrd="1" destOrd="0" parTransId="{A6FB1FEA-B53D-409E-83E9-6978B03E4E1B}" sibTransId="{B141D47A-0B20-405F-9AF0-2DAFDD20FA5F}"/>
    <dgm:cxn modelId="{DF00BC7D-D9C3-42AE-BA68-80ED61241CAE}" type="presOf" srcId="{AB296BB8-303A-4929-ABEE-3044E0A3D3D4}" destId="{6A628B1F-E253-46CF-A4C2-7133183B5707}" srcOrd="0" destOrd="0" presId="urn:microsoft.com/office/officeart/2005/8/layout/default"/>
    <dgm:cxn modelId="{328AB285-534B-4A16-9DD4-A6B365C6E640}" type="presOf" srcId="{04D715CB-619B-450A-A9B5-1D1B5CC34A1C}" destId="{F8453920-4342-4501-9C0B-FBDD1CC1348D}" srcOrd="0" destOrd="0" presId="urn:microsoft.com/office/officeart/2005/8/layout/default"/>
    <dgm:cxn modelId="{F2E8E68A-9BD9-4521-9C7E-54DD58BA2C16}" type="presOf" srcId="{C777FCE5-72B9-4347-BF38-A0FB10AD2EB0}" destId="{44D5FDFC-BE90-4BAF-8980-77C42E6B62C4}" srcOrd="0" destOrd="4" presId="urn:microsoft.com/office/officeart/2005/8/layout/default"/>
    <dgm:cxn modelId="{CFEC648C-3663-4B8C-8657-7130B0D7B0E5}" srcId="{224BABF2-6DCE-49CE-9662-C68BF3263CE2}" destId="{C777FCE5-72B9-4347-BF38-A0FB10AD2EB0}" srcOrd="3" destOrd="0" parTransId="{CDAF7F20-C548-4456-B572-28FC132876F2}" sibTransId="{D8703C85-9AEA-4494-8FC8-7D5C425853DB}"/>
    <dgm:cxn modelId="{CA5BF092-EAD9-42A0-A88B-C9CB3BAC3882}" type="presOf" srcId="{BA114AA1-D0CD-4C8F-9D4D-113C879B06C9}" destId="{09946A45-53A5-4280-8E07-1546687859A2}" srcOrd="0" destOrd="0" presId="urn:microsoft.com/office/officeart/2005/8/layout/default"/>
    <dgm:cxn modelId="{1CB6269A-8D72-425C-B78A-7580EA09D421}" type="presOf" srcId="{07457B21-EAE7-41ED-AFD4-F2AF5AFB5E66}" destId="{C17395D1-0787-46E6-87EA-BAB5E0B142A9}" srcOrd="0" destOrd="3" presId="urn:microsoft.com/office/officeart/2005/8/layout/default"/>
    <dgm:cxn modelId="{3809599A-E595-4628-B449-1B025676101B}" type="presOf" srcId="{D7CB82FE-60DE-4E2D-9103-6F613AD8EA79}" destId="{C17395D1-0787-46E6-87EA-BAB5E0B142A9}" srcOrd="0" destOrd="0" presId="urn:microsoft.com/office/officeart/2005/8/layout/default"/>
    <dgm:cxn modelId="{7DAB679C-13EC-4471-9CFF-3F174139EADD}" type="presOf" srcId="{BAE81AA2-ACA0-4389-84BA-18CD5EC143B2}" destId="{A5B5F22E-4E3E-4255-8A22-37B7F99510A1}" srcOrd="0" destOrd="0" presId="urn:microsoft.com/office/officeart/2005/8/layout/default"/>
    <dgm:cxn modelId="{71D04A9E-2A76-4F72-B74E-193355415075}" srcId="{49B1910B-8FAD-4E46-8F78-5426E20E77E4}" destId="{CA8E2F38-9D2F-4D80-A604-8973148C90F9}" srcOrd="4" destOrd="0" parTransId="{B0770C5B-3745-438D-8652-6BB51CDC8743}" sibTransId="{014BC323-7D46-421A-8218-76514F6F7E8F}"/>
    <dgm:cxn modelId="{8E0971A5-08CC-4702-A401-C0A0B1C9210A}" type="presOf" srcId="{AA842870-7B5F-4C3A-9375-A294E40ED7B3}" destId="{09946A45-53A5-4280-8E07-1546687859A2}" srcOrd="0" destOrd="6" presId="urn:microsoft.com/office/officeart/2005/8/layout/default"/>
    <dgm:cxn modelId="{0A9BBAA7-E9DB-4329-95A7-4D1117EE25E1}" srcId="{BA114AA1-D0CD-4C8F-9D4D-113C879B06C9}" destId="{AA842870-7B5F-4C3A-9375-A294E40ED7B3}" srcOrd="5" destOrd="0" parTransId="{CC05C0E2-663C-4E0A-91F7-36E80A69E640}" sibTransId="{2D1E21AA-5EAF-4371-B4A6-54CF30DEA245}"/>
    <dgm:cxn modelId="{B5792BB0-A5F1-4B4C-A789-398AB75E250E}" srcId="{BA114AA1-D0CD-4C8F-9D4D-113C879B06C9}" destId="{8E004483-A1C8-4D75-8006-666286D7CDC4}" srcOrd="6" destOrd="0" parTransId="{52D36827-8A3C-4C4F-8578-3748DA78AA8B}" sibTransId="{997B0B6E-6C2B-4D16-A80E-363A3B3FABE0}"/>
    <dgm:cxn modelId="{6B9559CB-DD70-4A25-BD01-4131A2A54362}" srcId="{BA114AA1-D0CD-4C8F-9D4D-113C879B06C9}" destId="{4FE8E7E5-8408-4353-940B-D60456600B1B}" srcOrd="1" destOrd="0" parTransId="{2EE82F6C-29C4-4F5C-A406-259835C25EC6}" sibTransId="{4C780408-C69D-4315-BFA2-75D45B208C9D}"/>
    <dgm:cxn modelId="{902973CE-A126-4159-884E-BAB40D9FEC6A}" type="presOf" srcId="{D7037B55-C15A-4758-8BBB-1AFA247CE428}" destId="{44D5FDFC-BE90-4BAF-8980-77C42E6B62C4}" srcOrd="0" destOrd="3" presId="urn:microsoft.com/office/officeart/2005/8/layout/default"/>
    <dgm:cxn modelId="{837396D1-B45A-4F56-A74D-5BF7B66C6795}" srcId="{2CD431B4-84BB-4839-ACD8-25930EA7598D}" destId="{B443C82B-11CE-4722-8FF4-514500FDBDC6}" srcOrd="2" destOrd="0" parTransId="{F0D18D5E-5FFF-43CA-A357-C763644AD28D}" sibTransId="{4406FB2B-A1A4-4E23-8B3B-64044A274184}"/>
    <dgm:cxn modelId="{A8DE90DB-8575-4FC4-988C-1BBA273E8A1D}" type="presOf" srcId="{F0EFCE42-47BD-4023-BDC8-64AFD8E24C70}" destId="{09946A45-53A5-4280-8E07-1546687859A2}" srcOrd="0" destOrd="4" presId="urn:microsoft.com/office/officeart/2005/8/layout/default"/>
    <dgm:cxn modelId="{819D16E2-A623-415F-8704-D933F1A0232F}" type="presOf" srcId="{BC0C1664-3694-492E-92FA-054367336DA7}" destId="{09946A45-53A5-4280-8E07-1546687859A2}" srcOrd="0" destOrd="1" presId="urn:microsoft.com/office/officeart/2005/8/layout/default"/>
    <dgm:cxn modelId="{30DB75E3-8A98-4F71-A6AE-25BF50F8417F}" srcId="{2CD431B4-84BB-4839-ACD8-25930EA7598D}" destId="{04D715CB-619B-450A-A9B5-1D1B5CC34A1C}" srcOrd="6" destOrd="0" parTransId="{83AC1783-0B81-4011-8ED8-458B0B42D8BE}" sibTransId="{09FAA099-E882-4D11-BA38-F41B0355EAD3}"/>
    <dgm:cxn modelId="{3CD18AE4-8AFE-4881-8AE6-4701CE52833A}" srcId="{2CD431B4-84BB-4839-ACD8-25930EA7598D}" destId="{BA114AA1-D0CD-4C8F-9D4D-113C879B06C9}" srcOrd="3" destOrd="0" parTransId="{DDD11A87-072F-4E1C-8064-087557835F23}" sibTransId="{6CA4CE46-3671-4E01-8E24-E4518D8C93A6}"/>
    <dgm:cxn modelId="{652898E5-3C07-4D58-8B21-C6C3FE4293DD}" srcId="{BA114AA1-D0CD-4C8F-9D4D-113C879B06C9}" destId="{581EE574-4AF2-479C-8739-27C31D4A3E77}" srcOrd="2" destOrd="0" parTransId="{FDFDA5B5-1D84-4F77-8022-4E185A9A054B}" sibTransId="{41F664E6-7A85-4416-A712-3723F876D447}"/>
    <dgm:cxn modelId="{A688E2EB-6857-4ABE-989A-7225ECA61730}" srcId="{BA114AA1-D0CD-4C8F-9D4D-113C879B06C9}" destId="{75DFB805-873E-496F-89AE-66D43E602AC0}" srcOrd="4" destOrd="0" parTransId="{303B9724-945F-4526-9641-053CCE410CEF}" sibTransId="{F08DB1CB-1358-4CCB-BCA6-049AC67484A8}"/>
    <dgm:cxn modelId="{7734E3EC-00F9-426E-A7AF-F0071A65171C}" srcId="{49B1910B-8FAD-4E46-8F78-5426E20E77E4}" destId="{C6007359-FB73-4A79-BEC4-CA1EA83A9D2E}" srcOrd="2" destOrd="0" parTransId="{50D6CAA5-05E4-4035-8C1D-E228FE1438D9}" sibTransId="{93CD6F1A-3464-4652-BC0B-7EC91C7AED44}"/>
    <dgm:cxn modelId="{6AAF6CEE-D3D9-4FF8-836E-325FD795A471}" type="presOf" srcId="{E5FB998F-995D-40B2-9EDE-1616625A909B}" destId="{DC729202-78E9-43F4-B952-7ACA141E7667}" srcOrd="0" destOrd="4" presId="urn:microsoft.com/office/officeart/2005/8/layout/default"/>
    <dgm:cxn modelId="{0840BDF0-48C4-4B95-B11F-A7A23E53C83F}" srcId="{49B1910B-8FAD-4E46-8F78-5426E20E77E4}" destId="{E5FB998F-995D-40B2-9EDE-1616625A909B}" srcOrd="3" destOrd="0" parTransId="{8D239B3C-0FF8-4265-A0D5-829C646C27DE}" sibTransId="{A224326F-BDCF-4FC4-9236-F4E425A058D5}"/>
    <dgm:cxn modelId="{514414F7-6828-4E7F-85E7-2B0C00C42ADD}" type="presOf" srcId="{2CD431B4-84BB-4839-ACD8-25930EA7598D}" destId="{93E9546E-5262-458E-A486-C08AF33C6368}" srcOrd="0" destOrd="0" presId="urn:microsoft.com/office/officeart/2005/8/layout/default"/>
    <dgm:cxn modelId="{8E917FF7-693E-41BB-BC5D-A451C41145A8}" type="presOf" srcId="{4FE8E7E5-8408-4353-940B-D60456600B1B}" destId="{09946A45-53A5-4280-8E07-1546687859A2}" srcOrd="0" destOrd="2" presId="urn:microsoft.com/office/officeart/2005/8/layout/default"/>
    <dgm:cxn modelId="{7D294CF8-D5BB-4A72-84D8-5AFCC4D2992A}" srcId="{BA114AA1-D0CD-4C8F-9D4D-113C879B06C9}" destId="{F0EFCE42-47BD-4023-BDC8-64AFD8E24C70}" srcOrd="3" destOrd="0" parTransId="{75C47C5A-D7FF-40F0-AF6B-8E5C23ABDCBA}" sibTransId="{C2D83BE4-177A-4BBC-9A5A-770601195235}"/>
    <dgm:cxn modelId="{7BA169C0-3E73-46FD-9112-731AC75EA7ED}" type="presParOf" srcId="{93E9546E-5262-458E-A486-C08AF33C6368}" destId="{6A628B1F-E253-46CF-A4C2-7133183B5707}" srcOrd="0" destOrd="0" presId="urn:microsoft.com/office/officeart/2005/8/layout/default"/>
    <dgm:cxn modelId="{326FDF3D-2A46-46C0-ADBF-21D98ADFD4D0}" type="presParOf" srcId="{93E9546E-5262-458E-A486-C08AF33C6368}" destId="{39200B6A-B083-4C39-AD5B-04CC4DDE96EF}" srcOrd="1" destOrd="0" presId="urn:microsoft.com/office/officeart/2005/8/layout/default"/>
    <dgm:cxn modelId="{4DD4CFD3-9475-4019-84BB-AE6B630D971D}" type="presParOf" srcId="{93E9546E-5262-458E-A486-C08AF33C6368}" destId="{D5D5B73B-E883-470A-8BC1-7F1D5F598C59}" srcOrd="2" destOrd="0" presId="urn:microsoft.com/office/officeart/2005/8/layout/default"/>
    <dgm:cxn modelId="{5D875F7C-96AF-4CC1-A0F9-326FB7C7A7F4}" type="presParOf" srcId="{93E9546E-5262-458E-A486-C08AF33C6368}" destId="{D4EBA2C0-AFAB-4E79-974F-4C45984C869B}" srcOrd="3" destOrd="0" presId="urn:microsoft.com/office/officeart/2005/8/layout/default"/>
    <dgm:cxn modelId="{26297735-9C77-4E7C-866A-F0DA047B6EB2}" type="presParOf" srcId="{93E9546E-5262-458E-A486-C08AF33C6368}" destId="{EB710296-6CA6-4469-8516-D3D75A39B391}" srcOrd="4" destOrd="0" presId="urn:microsoft.com/office/officeart/2005/8/layout/default"/>
    <dgm:cxn modelId="{3C1D6CA1-4272-425C-8520-3DAECB326480}" type="presParOf" srcId="{93E9546E-5262-458E-A486-C08AF33C6368}" destId="{043D7907-101F-45E2-AA5C-935D1FC77520}" srcOrd="5" destOrd="0" presId="urn:microsoft.com/office/officeart/2005/8/layout/default"/>
    <dgm:cxn modelId="{1B4B34FC-E06C-4200-BE80-16085873B019}" type="presParOf" srcId="{93E9546E-5262-458E-A486-C08AF33C6368}" destId="{09946A45-53A5-4280-8E07-1546687859A2}" srcOrd="6" destOrd="0" presId="urn:microsoft.com/office/officeart/2005/8/layout/default"/>
    <dgm:cxn modelId="{80CA284F-146E-484D-9699-4883E9C9CCE5}" type="presParOf" srcId="{93E9546E-5262-458E-A486-C08AF33C6368}" destId="{974824E2-29D2-4266-9F0C-476A7F5B99CD}" srcOrd="7" destOrd="0" presId="urn:microsoft.com/office/officeart/2005/8/layout/default"/>
    <dgm:cxn modelId="{6317561A-4815-4DF4-8310-EDDD4E63024F}" type="presParOf" srcId="{93E9546E-5262-458E-A486-C08AF33C6368}" destId="{44D5FDFC-BE90-4BAF-8980-77C42E6B62C4}" srcOrd="8" destOrd="0" presId="urn:microsoft.com/office/officeart/2005/8/layout/default"/>
    <dgm:cxn modelId="{4D3F1E4E-99DE-4180-AAF0-B7CACD8C4443}" type="presParOf" srcId="{93E9546E-5262-458E-A486-C08AF33C6368}" destId="{FD2B14E8-1C1D-40B8-AFD9-BA45C5D93E2B}" srcOrd="9" destOrd="0" presId="urn:microsoft.com/office/officeart/2005/8/layout/default"/>
    <dgm:cxn modelId="{822DA125-EBD9-41A9-AC87-79750FFB6D04}" type="presParOf" srcId="{93E9546E-5262-458E-A486-C08AF33C6368}" destId="{A5B5F22E-4E3E-4255-8A22-37B7F99510A1}" srcOrd="10" destOrd="0" presId="urn:microsoft.com/office/officeart/2005/8/layout/default"/>
    <dgm:cxn modelId="{1AFFBBD0-6DBD-438F-A860-61C9C34BDFBD}" type="presParOf" srcId="{93E9546E-5262-458E-A486-C08AF33C6368}" destId="{821869B7-8E0C-4ECD-8BC9-9BA58CC24465}" srcOrd="11" destOrd="0" presId="urn:microsoft.com/office/officeart/2005/8/layout/default"/>
    <dgm:cxn modelId="{69838E19-D902-4FA2-85DA-D4B5820CAAA5}" type="presParOf" srcId="{93E9546E-5262-458E-A486-C08AF33C6368}" destId="{F8453920-4342-4501-9C0B-FBDD1CC1348D}" srcOrd="12" destOrd="0" presId="urn:microsoft.com/office/officeart/2005/8/layout/default"/>
    <dgm:cxn modelId="{FE77543B-A71F-4364-BB4E-B98C489243CE}" type="presParOf" srcId="{93E9546E-5262-458E-A486-C08AF33C6368}" destId="{8593AFD3-FB64-4195-AA87-75DB6A5DA5DD}" srcOrd="13" destOrd="0" presId="urn:microsoft.com/office/officeart/2005/8/layout/default"/>
    <dgm:cxn modelId="{54F89F95-E452-4C57-A280-D19E019D48B0}" type="presParOf" srcId="{93E9546E-5262-458E-A486-C08AF33C6368}" destId="{DC729202-78E9-43F4-B952-7ACA141E7667}" srcOrd="14" destOrd="0" presId="urn:microsoft.com/office/officeart/2005/8/layout/default"/>
    <dgm:cxn modelId="{C4F36BDC-5851-47CC-BC95-2905E179399A}" type="presParOf" srcId="{93E9546E-5262-458E-A486-C08AF33C6368}" destId="{D170EE43-1522-4C52-9A65-ECE7E7B4CAFE}" srcOrd="15" destOrd="0" presId="urn:microsoft.com/office/officeart/2005/8/layout/default"/>
    <dgm:cxn modelId="{8C18E8F0-C412-4643-849C-5F6333ECDE20}" type="presParOf" srcId="{93E9546E-5262-458E-A486-C08AF33C6368}" destId="{C17395D1-0787-46E6-87EA-BAB5E0B142A9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28B1F-E253-46CF-A4C2-7133183B5707}">
      <dsp:nvSpPr>
        <dsp:cNvPr id="0" name=""/>
        <dsp:cNvSpPr/>
      </dsp:nvSpPr>
      <dsp:spPr>
        <a:xfrm>
          <a:off x="739526" y="1445"/>
          <a:ext cx="2491382" cy="149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Authentication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IN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Username and password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 account management</a:t>
          </a:r>
        </a:p>
      </dsp:txBody>
      <dsp:txXfrm>
        <a:off x="739526" y="1445"/>
        <a:ext cx="2491382" cy="1494829"/>
      </dsp:txXfrm>
    </dsp:sp>
    <dsp:sp modelId="{D5D5B73B-E883-470A-8BC1-7F1D5F598C59}">
      <dsp:nvSpPr>
        <dsp:cNvPr id="0" name=""/>
        <dsp:cNvSpPr/>
      </dsp:nvSpPr>
      <dsp:spPr>
        <a:xfrm>
          <a:off x="3480047" y="1445"/>
          <a:ext cx="2491382" cy="149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IN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Daily insight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Weather information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Notifications</a:t>
          </a:r>
        </a:p>
      </dsp:txBody>
      <dsp:txXfrm>
        <a:off x="3480047" y="1445"/>
        <a:ext cx="2491382" cy="1494829"/>
      </dsp:txXfrm>
    </dsp:sp>
    <dsp:sp modelId="{EB710296-6CA6-4469-8516-D3D75A39B391}">
      <dsp:nvSpPr>
        <dsp:cNvPr id="0" name=""/>
        <dsp:cNvSpPr/>
      </dsp:nvSpPr>
      <dsp:spPr>
        <a:xfrm>
          <a:off x="6220568" y="1445"/>
          <a:ext cx="2491382" cy="149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Chat Companion — LIVE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Warm Companion persona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Calming Doctor persona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Male / female selection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Google Gemini API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Streaming responses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Crisis-keyword detection</a:t>
          </a:r>
        </a:p>
      </dsp:txBody>
      <dsp:txXfrm>
        <a:off x="6220568" y="1445"/>
        <a:ext cx="2491382" cy="1494829"/>
      </dsp:txXfrm>
    </dsp:sp>
    <dsp:sp modelId="{09946A45-53A5-4280-8E07-1546687859A2}">
      <dsp:nvSpPr>
        <dsp:cNvPr id="0" name=""/>
        <dsp:cNvSpPr/>
      </dsp:nvSpPr>
      <dsp:spPr>
        <a:xfrm>
          <a:off x="8961089" y="1445"/>
          <a:ext cx="2491382" cy="149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Exercise &amp; Movement — LIVE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Physical exercises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Mental wellness exercises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Personalized suggestions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Growing-tree streak visualization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Monthly exercise-minute tracking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End-of-month reward card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Animated human figures for exercises</a:t>
          </a:r>
        </a:p>
      </dsp:txBody>
      <dsp:txXfrm>
        <a:off x="8961089" y="1445"/>
        <a:ext cx="2491382" cy="1494829"/>
      </dsp:txXfrm>
    </dsp:sp>
    <dsp:sp modelId="{44D5FDFC-BE90-4BAF-8980-77C42E6B62C4}">
      <dsp:nvSpPr>
        <dsp:cNvPr id="0" name=""/>
        <dsp:cNvSpPr/>
      </dsp:nvSpPr>
      <dsp:spPr>
        <a:xfrm>
          <a:off x="739526" y="1745413"/>
          <a:ext cx="2491382" cy="149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Journal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Day-wise journal entries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Text, photo, video and audio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Live audio recording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Mood Checker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Meditation with stopwatch and countdown timer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Music support</a:t>
          </a:r>
        </a:p>
      </dsp:txBody>
      <dsp:txXfrm>
        <a:off x="739526" y="1745413"/>
        <a:ext cx="2491382" cy="1494829"/>
      </dsp:txXfrm>
    </dsp:sp>
    <dsp:sp modelId="{A5B5F22E-4E3E-4255-8A22-37B7F99510A1}">
      <dsp:nvSpPr>
        <dsp:cNvPr id="0" name=""/>
        <dsp:cNvSpPr/>
      </dsp:nvSpPr>
      <dsp:spPr>
        <a:xfrm>
          <a:off x="3480047" y="1745413"/>
          <a:ext cx="2491382" cy="149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Assessment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Full PHQ-9 and GAD-7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KNN-based scoring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Daily Check-in with 4 quick questions</a:t>
          </a:r>
        </a:p>
      </dsp:txBody>
      <dsp:txXfrm>
        <a:off x="3480047" y="1745413"/>
        <a:ext cx="2491382" cy="1494829"/>
      </dsp:txXfrm>
    </dsp:sp>
    <dsp:sp modelId="{F8453920-4342-4501-9C0B-FBDD1CC1348D}">
      <dsp:nvSpPr>
        <dsp:cNvPr id="0" name=""/>
        <dsp:cNvSpPr/>
      </dsp:nvSpPr>
      <dsp:spPr>
        <a:xfrm>
          <a:off x="6220568" y="1745413"/>
          <a:ext cx="2491382" cy="149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Video Companion - PLANNED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Guided visual wellness sessions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Future interactive support features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Currently under development</a:t>
          </a:r>
        </a:p>
      </dsp:txBody>
      <dsp:txXfrm>
        <a:off x="6220568" y="1745413"/>
        <a:ext cx="2491382" cy="1494829"/>
      </dsp:txXfrm>
    </dsp:sp>
    <dsp:sp modelId="{DC729202-78E9-43F4-B952-7ACA141E7667}">
      <dsp:nvSpPr>
        <dsp:cNvPr id="0" name=""/>
        <dsp:cNvSpPr/>
      </dsp:nvSpPr>
      <dsp:spPr>
        <a:xfrm>
          <a:off x="8961089" y="1745413"/>
          <a:ext cx="2491382" cy="149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Additional Wellness Tools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Gratitude Log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Sleep Tracker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Habit Tracker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Resource Library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Weekly Reflection</a:t>
          </a:r>
        </a:p>
      </dsp:txBody>
      <dsp:txXfrm>
        <a:off x="8961089" y="1745413"/>
        <a:ext cx="2491382" cy="1494829"/>
      </dsp:txXfrm>
    </dsp:sp>
    <dsp:sp modelId="{C17395D1-0787-46E6-87EA-BAB5E0B142A9}">
      <dsp:nvSpPr>
        <dsp:cNvPr id="0" name=""/>
        <dsp:cNvSpPr/>
      </dsp:nvSpPr>
      <dsp:spPr>
        <a:xfrm>
          <a:off x="4850308" y="3489381"/>
          <a:ext cx="2491382" cy="14948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u="sng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Crisis / Emergency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Persistent emergency button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Helpline information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Safety-focused support flow</a:t>
          </a:r>
        </a:p>
      </dsp:txBody>
      <dsp:txXfrm>
        <a:off x="4850308" y="3489381"/>
        <a:ext cx="2491382" cy="14948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471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43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87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029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64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02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53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984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155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230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71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0F05C8F-EE2B-4777-918B-E04271486EAB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0A10064-C294-4478-B4E6-1BE81635EB5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467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AE49-FE71-D934-B856-3B67D39FD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 BLOOM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0A79C-39A0-2302-C34A-1E55E77D65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mental wellness companion app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A06E4-EA55-12BF-229C-550BE06C845B}"/>
              </a:ext>
            </a:extLst>
          </p:cNvPr>
          <p:cNvSpPr txBox="1"/>
          <p:nvPr/>
        </p:nvSpPr>
        <p:spPr>
          <a:xfrm>
            <a:off x="674914" y="3341914"/>
            <a:ext cx="283956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- Semester 5</a:t>
            </a:r>
          </a:p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Heer Ranpara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Jeel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Ravrani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Vidhi Rathod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Jiya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Shethiya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Dharmi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Vasiyani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47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763BCD-E2B4-6445-420E-7DF3566CC9C3}"/>
              </a:ext>
            </a:extLst>
          </p:cNvPr>
          <p:cNvSpPr txBox="1"/>
          <p:nvPr/>
        </p:nvSpPr>
        <p:spPr>
          <a:xfrm>
            <a:off x="381000" y="671691"/>
            <a:ext cx="1073331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 Bloom is a mental wellness companion application designed to help users understand and manage their everyday mental well-being.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combines self-reflection, mental health assessments, meditation, exercise, journaling and conversational support in a single platform.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KNN-based assessment scoring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personalized activity suggestions to provide a more user-specific wellness experience.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endParaRPr lang="en-IN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journaling and mood tracking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PHQ-9 and GAD-7 assessments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mental wellness check-in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Meditation and mindfulness activities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chat companion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physical and mental exercise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Gratitude, sleep and habit tracking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/ emergency support information and contact numbers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Companion as a future extension(currently working on it.)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72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7B0F-672E-0AF3-6F16-352888D5E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7FB04B-D48B-42A5-30AC-F40C61A6CAEC}"/>
              </a:ext>
            </a:extLst>
          </p:cNvPr>
          <p:cNvSpPr txBox="1"/>
          <p:nvPr/>
        </p:nvSpPr>
        <p:spPr>
          <a:xfrm>
            <a:off x="581193" y="1970314"/>
            <a:ext cx="115346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Wellness Tools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need different applications for journaling, meditation, assessment, exercise and habit tracking.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Limited Personalization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wellness applications provide general suggestions instead of considering the user's recent activity and assessment results.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Lack of Continuity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Mood, assessment results, meditation and physical activity are often maintained separately.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Limited Immediate Support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wellness applications may not provide an interactive conversational companion whenever the user needs one.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Difficulty Tracking Progress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not have a simple visual way to see consistency and improvement in their wellness activities.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dirty="0">
                <a:solidFill>
                  <a:schemeClr val="accent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accent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5C55E-A2D2-93CF-B24C-C73589002931}"/>
              </a:ext>
            </a:extLst>
          </p:cNvPr>
          <p:cNvSpPr txBox="1"/>
          <p:nvPr/>
        </p:nvSpPr>
        <p:spPr>
          <a:xfrm>
            <a:off x="2145719" y="6266099"/>
            <a:ext cx="7900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  <a:highlight>
                  <a:srgbClr val="8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Mind Bloom aims to bring these functions together in one integrated platform.</a:t>
            </a:r>
            <a:endParaRPr lang="en-IN" dirty="0">
              <a:solidFill>
                <a:schemeClr val="bg2"/>
              </a:solidFill>
              <a:highlight>
                <a:srgbClr val="8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24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F13F8-C68F-532D-0FA7-34FEF9D82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5393100" cy="9883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dirty="0"/>
              <a:t>               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2DD88-D5C5-115D-D2B2-735F48BA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4" y="2035630"/>
            <a:ext cx="5393100" cy="4430484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wellness features available in one application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exercise suggestions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KNN-based assessment scoring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AI chat companion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responses for a more natural conversation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Crisis-keyword detection for safety-sensitive situations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exercise streak and tree-growth system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crisis / emergency button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different types of journal media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15142-FCAB-F911-E30A-CD6A4855E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09" y="2035630"/>
            <a:ext cx="5393100" cy="4430484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not a replacement for professional medical care.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responses may require further validation and monitoring.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 depends on the accuracy of user-provided information.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advanced features are still under development.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storage and privacy protection are required for sensitive user data.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14B707-3EAA-6FA0-FF69-388B51D39ADF}"/>
              </a:ext>
            </a:extLst>
          </p:cNvPr>
          <p:cNvSpPr txBox="1">
            <a:spLocks/>
          </p:cNvSpPr>
          <p:nvPr/>
        </p:nvSpPr>
        <p:spPr>
          <a:xfrm>
            <a:off x="6217709" y="707501"/>
            <a:ext cx="5393100" cy="988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dirty="0"/>
              <a:t>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1124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CE377-BE69-756F-DC85-64F14D022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mind bloom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427828B7-5989-FF09-0EAB-6A80EF5C8C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2179948"/>
              </p:ext>
            </p:extLst>
          </p:nvPr>
        </p:nvGraphicFramePr>
        <p:xfrm>
          <a:off x="0" y="1872343"/>
          <a:ext cx="12191999" cy="4985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1843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C413-48C2-13CB-1051-8D468D91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 and  technology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63248-2847-3B91-61EB-B6C8BE76B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981200"/>
            <a:ext cx="11164494" cy="4746171"/>
          </a:xfrm>
        </p:spPr>
        <p:txBody>
          <a:bodyPr numCol="3"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0" lv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</a:p>
          <a:p>
            <a:pPr marL="0" lv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/ SQLite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Neighbours (KNN)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Pickle</a:t>
            </a:r>
          </a:p>
          <a:p>
            <a:pPr marL="0" lv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responses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Crisis-keyword detection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Media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file uploads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Text, image, video and audio data</a:t>
            </a:r>
          </a:p>
          <a:p>
            <a:pPr marL="0" lv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 architecture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backend and frontend design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308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C86423-7A0C-F898-A4D6-CC60A604F5FF}"/>
              </a:ext>
            </a:extLst>
          </p:cNvPr>
          <p:cNvSpPr/>
          <p:nvPr/>
        </p:nvSpPr>
        <p:spPr>
          <a:xfrm>
            <a:off x="391886" y="696686"/>
            <a:ext cx="5279570" cy="4582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Authentication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Dashboard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Journal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Assessment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Chat Companion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Video Companion — Planned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Exercise &amp; Movement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Additional Wellness Tools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Crisis / Emergency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1410FE-1A2A-88E6-3BE8-A11E65A2D74C}"/>
              </a:ext>
            </a:extLst>
          </p:cNvPr>
          <p:cNvSpPr/>
          <p:nvPr/>
        </p:nvSpPr>
        <p:spPr>
          <a:xfrm>
            <a:off x="867093" y="888163"/>
            <a:ext cx="4154984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Map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DE4C8B-2E15-2C57-8D30-2F730967C482}"/>
              </a:ext>
            </a:extLst>
          </p:cNvPr>
          <p:cNvSpPr/>
          <p:nvPr/>
        </p:nvSpPr>
        <p:spPr>
          <a:xfrm>
            <a:off x="6335485" y="696686"/>
            <a:ext cx="5279570" cy="45828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/ User Interface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Backend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— PostgreSQL / SQLite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also communicates with: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Model → Assessment scoring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→ Chat Companion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Upload Storage → Journal media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8AD317-FA1D-1289-0ECD-7C4CD5A3BEF3}"/>
              </a:ext>
            </a:extLst>
          </p:cNvPr>
          <p:cNvSpPr/>
          <p:nvPr/>
        </p:nvSpPr>
        <p:spPr>
          <a:xfrm>
            <a:off x="6897778" y="888163"/>
            <a:ext cx="4154984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C21270-120C-461A-C268-3338CB00D6F2}"/>
              </a:ext>
            </a:extLst>
          </p:cNvPr>
          <p:cNvSpPr/>
          <p:nvPr/>
        </p:nvSpPr>
        <p:spPr>
          <a:xfrm>
            <a:off x="522514" y="5598077"/>
            <a:ext cx="10940143" cy="1066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Flask Backend → Processing / Database / AI / ML → Response → User</a:t>
            </a:r>
          </a:p>
        </p:txBody>
      </p:sp>
    </p:spTree>
    <p:extLst>
      <p:ext uri="{BB962C8B-B14F-4D97-AF65-F5344CB8AC3E}">
        <p14:creationId xmlns:p14="http://schemas.microsoft.com/office/powerpoint/2010/main" val="1210324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8D7601-8093-2330-F455-28D5A9E23C49}"/>
              </a:ext>
            </a:extLst>
          </p:cNvPr>
          <p:cNvSpPr/>
          <p:nvPr/>
        </p:nvSpPr>
        <p:spPr>
          <a:xfrm>
            <a:off x="723068" y="511629"/>
            <a:ext cx="4551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Activity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8BBB9-3D00-4E96-F804-9C7F41F5C98F}"/>
              </a:ext>
            </a:extLst>
          </p:cNvPr>
          <p:cNvSpPr txBox="1"/>
          <p:nvPr/>
        </p:nvSpPr>
        <p:spPr>
          <a:xfrm>
            <a:off x="723068" y="1434959"/>
            <a:ext cx="6781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Check-in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Responses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 Engine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Recent Assessment + Check-in + Meditation Activity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Physical / Mental Exercise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Completes Exercise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Exercise Minutes &amp; Streak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Growth Visualization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Reward Card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5CA354-6913-DD33-5636-70E8DF696BF8}"/>
              </a:ext>
            </a:extLst>
          </p:cNvPr>
          <p:cNvSpPr/>
          <p:nvPr/>
        </p:nvSpPr>
        <p:spPr>
          <a:xfrm>
            <a:off x="7087618" y="1355892"/>
            <a:ext cx="4724400" cy="5136816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Companion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&amp; Movement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Meditation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Check-in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DEVELOPMENT: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Companion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D3B64F0B-654E-3203-D408-601E290C9CA1}"/>
              </a:ext>
            </a:extLst>
          </p:cNvPr>
          <p:cNvSpPr/>
          <p:nvPr/>
        </p:nvSpPr>
        <p:spPr>
          <a:xfrm>
            <a:off x="8120743" y="511629"/>
            <a:ext cx="3952532" cy="1381244"/>
          </a:xfrm>
          <a:prstGeom prst="cloudCallou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 STATUS</a:t>
            </a:r>
            <a:endParaRPr lang="en-IN" sz="2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47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C093E1-48F7-5684-96F7-B57B13A02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857"/>
          <a:stretch>
            <a:fillRect/>
          </a:stretch>
        </p:blipFill>
        <p:spPr>
          <a:xfrm>
            <a:off x="575136" y="1050471"/>
            <a:ext cx="11041727" cy="475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59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228F4-1582-28D7-1907-1A3A288A9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2C536-4E92-F6D0-D41A-6FABB9E6C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9259494" cy="4677504"/>
          </a:xfrm>
        </p:spPr>
        <p:txBody>
          <a:bodyPr>
            <a:no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 Bloom provides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platform for mental wellness and self-care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journaling, meditation, assessments, AI chat, exercise, and wellness tracking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PHQ-9, GAD-7 and KNN-based analysis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personalized suggestions.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Gemini-powered Chat Companion provides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AI support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and wellness modules encourage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and consistent daily habits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Crisis support features help promote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user interaction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personalization, accessibility, privacy, and continuous self-care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Companion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ML recommendations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wellness features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personalization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5543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50</TotalTime>
  <Words>832</Words>
  <Application>Microsoft Office PowerPoint</Application>
  <PresentationFormat>Widescreen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Gill Sans MT</vt:lpstr>
      <vt:lpstr>Times New Roman</vt:lpstr>
      <vt:lpstr>Wingdings 2</vt:lpstr>
      <vt:lpstr>Dividend</vt:lpstr>
      <vt:lpstr>MIND BLOOM </vt:lpstr>
      <vt:lpstr>PowerPoint Presentation</vt:lpstr>
      <vt:lpstr>Problems identified</vt:lpstr>
      <vt:lpstr>Advantages               </vt:lpstr>
      <vt:lpstr>Modules of mind bloom</vt:lpstr>
      <vt:lpstr>Tools  and  technology used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Heer Ranpara</dc:creator>
  <cp:lastModifiedBy>Heer Ranpara</cp:lastModifiedBy>
  <cp:revision>2</cp:revision>
  <dcterms:created xsi:type="dcterms:W3CDTF">2026-10-08T15:45:12Z</dcterms:created>
  <dcterms:modified xsi:type="dcterms:W3CDTF">2026-10-24T19:15:20Z</dcterms:modified>
</cp:coreProperties>
</file>